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Wall-clock (hours)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Ad-hoc</c:v>
                </c:pt>
                <c:pt idx="1">
                  <c:v>Recipe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4.5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20-min talk. One message: structured recipe beats vibe coding. Skip long bio — 10 sec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every bullet. Hit: Cursor, Jira MCP, gh, then install. graphify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real AgentStudio KB-Evaluations. Same you, same scope. Pause on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GSD still orchestrates .planning/. Recipe adds commands + Jira. Not replacing GSD.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Emphasize: install is bash once; everything else is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or screenshot. Point at --verify. No benchmark harness needed for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every line — pick 2-3. onboard + plan/run are the heart.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mistake: run-phases AND manual plan-phase for same numbers. Pick one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caveats: N=1 pilot, directional. Harness N=5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or screenshots. Keep Jira MCP ready. Leave 3-5 min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recipe-help vs gsd-help, graphify via bootstrap-knowledge, recipe-review-ship for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NetApp GSD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2C39A"/>
                </a:solidFill>
                <a:latin typeface="Calibri"/>
              </a:rPr>
              <a:t>Give AI a runway — not just a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9728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Before you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28090"/>
                </a:solidFill>
                <a:latin typeface="Calibri"/>
              </a:rPr>
              <a:t>Must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Cursor +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Git repo (target)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python3 +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Atlassian MCP (Jira)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gh auth (GitHub PR)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173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4748B"/>
                </a:solidFill>
                <a:latin typeface="Calibri"/>
              </a:rPr>
              <a:t>Soft /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11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GSD core (npx)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5146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graphify + 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175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recipe-validate-tokens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install.sh --verify  ·  recipe-validate-tokens  ·  see README Prerequisites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4389120" cy="3474720"/>
          </a:xfrm>
          <a:prstGeom prst="rect">
            <a:avLst/>
          </a:prstGeom>
          <a:solidFill>
            <a:srgbClr val="FEE2E2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0116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6167"/>
                </a:solidFill>
                <a:latin typeface="Calibri"/>
              </a:rPr>
              <a:t>Ad-hoc AI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F96167"/>
                </a:solidFill>
                <a:latin typeface="Calibri"/>
              </a:rPr>
              <a:t>~2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KB-Evaluations · AgentStudio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9260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389120" cy="3474720"/>
          </a:xfrm>
          <a:prstGeom prst="rect">
            <a:avLst/>
          </a:prstGeom>
          <a:solidFill>
            <a:srgbClr val="D1FAE5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28090"/>
                </a:solidFill>
                <a:latin typeface="Calibri"/>
              </a:rPr>
              <a:t>NetApp GSD 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28090"/>
                </a:solidFill>
                <a:latin typeface="Calibri"/>
              </a:rPr>
              <a:t>3–6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1480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KAN-53 · PR #465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1295C"/>
                </a:solidFill>
                <a:latin typeface="Calibri"/>
              </a:rPr>
              <a:t>Same feature. Same engineer. Different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109728" cy="4114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1295C"/>
                </a:solidFill>
                <a:latin typeface="Calibri"/>
              </a:rPr>
              <a:t>One idea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Calibri"/>
              </a:rPr>
              <a:t>Wrap GSD with recipe-* commands: structured delivery + Jira traceability in Cursor.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One runway: PRD → Jira →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28090"/>
                </a:solidFill>
                <a:latin typeface="Calibri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1 bash cmd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6517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2011680" cy="2560320"/>
          </a:xfrm>
          <a:prstGeom prst="rect">
            <a:avLst/>
          </a:prstGeom>
          <a:solidFill>
            <a:srgbClr val="E0F2F1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19456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28090"/>
                </a:solidFill>
                <a:latin typeface="Calibri"/>
              </a:rPr>
              <a:t>Onboard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9260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PRD + Epic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517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828800"/>
            <a:ext cx="20116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19456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28090"/>
                </a:solidFill>
                <a:latin typeface="Calibri"/>
              </a:rPr>
              <a:t>Plan &amp;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9260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GSD 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6517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828800"/>
            <a:ext cx="2011680" cy="2560320"/>
          </a:xfrm>
          <a:prstGeom prst="rect">
            <a:avLst/>
          </a:prstGeom>
          <a:solidFill>
            <a:srgbClr val="E0F2F1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19456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28090"/>
                </a:solidFill>
                <a:latin typeface="Calibri"/>
              </a:rPr>
              <a:t>Verify &amp;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29260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Ship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6517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828800"/>
            <a:ext cx="20116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219456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28090"/>
                </a:solidFill>
                <a:latin typeface="Calibri"/>
              </a:rPr>
              <a:t>Jira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9260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Install once. Then Cursor only.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2C39A"/>
                </a:solidFill>
                <a:latin typeface="Consolas"/>
              </a:defRPr>
            </a:pPr>
            <a:r>
              <a:t>./bench/runners/install-recipe-to-target.sh \</a:t>
            </a:r>
          </a:p>
          <a:p>
            <a:pPr>
              <a:defRPr sz="2200">
                <a:solidFill>
                  <a:srgbClr val="02C39A"/>
                </a:solidFill>
                <a:latin typeface="Consolas"/>
              </a:defRPr>
            </a:pPr>
            <a:r>
              <a:t>  --target /&lt;path-to-repo&gt; --verify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alibri"/>
              </a:rPr>
              <a:t>Open target repo in Cursor → invoke recipe-* by name → recipe-help for the catalog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Five commands you'll actually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  <a:latin typeface="Consolas"/>
              </a:rPr>
              <a:t>recipe-validate-tokens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Preflight GitHub + Jira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  <a:latin typeface="Consolas"/>
              </a:rPr>
              <a:t>recipe-onboard @PRD.md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402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Epic + phase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  <a:latin typeface="Consolas"/>
              </a:rPr>
              <a:t>recipe-bootstrap-knowledge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Map + graphify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  <a:latin typeface="Consolas"/>
              </a:rPr>
              <a:t>recipe-plan-phase N → run-phase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60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Plan AND run (same phase)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8090"/>
                </a:solidFill>
                <a:latin typeface="Consolas"/>
              </a:rPr>
              <a:t>recipe-run-phases 2 5 --full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1206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Calibri"/>
              </a:rPr>
              <a:t>OR loop verify→PR→settle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Don't double-run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8090"/>
                </a:solidFill>
                <a:latin typeface="Calibri"/>
              </a:rPr>
              <a:t>AND — one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Consolas"/>
              </a:rPr>
              <a:t>plan-phase N</a:t>
            </a:r>
            <a:br/>
            <a:r>
              <a:t>then run-phase 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0292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8090"/>
                </a:solidFill>
                <a:latin typeface="Calibri"/>
              </a:rPr>
              <a:t>OR — phase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6454F"/>
                </a:solidFill>
                <a:latin typeface="Consolas"/>
              </a:rPr>
              <a:t>run-phases 2 5 --full</a:t>
            </a:r>
            <a:br/>
            <a:r>
              <a:t>(instead of manual 2…5)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Calibri"/>
              </a:rPr>
              <a:t>Graphify: recipe-bootstrap-knowledge before first plan · /gsd-graphify query mid-phase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95C"/>
                </a:solidFill>
                <a:latin typeface="Calibri"/>
              </a:rPr>
              <a:t>Field pilot (directional, not SLA)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18872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KB-Evaluations · AgentStudio · Jul 2026 · github.com/vs06101996/NetApp-GSD-Recipe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Live demo (~8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2C39A"/>
                </a:solidFill>
                <a:latin typeface="Consolas"/>
              </a:rPr>
              <a:t>1.  recipe-validate-tokens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2C39A"/>
                </a:solidFill>
                <a:latin typeface="Consolas"/>
              </a:rPr>
              <a:t>2.  recipe-onboard @Your-PRD.md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2C39A"/>
                </a:solidFill>
                <a:latin typeface="Consolas"/>
              </a:rPr>
              <a:t>3.  recipe-bootstrap-knowledge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2C39A"/>
                </a:solidFill>
                <a:latin typeface="Consolas"/>
              </a:rPr>
              <a:t>4.  recipe-plan-phase 1 → recipe-run-phase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02C39A"/>
                </a:solidFill>
                <a:latin typeface="Consolas"/>
              </a:rPr>
              <a:t>5.  Show Jira epic + PLAN.md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CCDD"/>
                </a:solidFill>
                <a:latin typeface="Calibri"/>
              </a:rPr>
              <a:t>Fallback: screenshots from KAN-53 / PR #465 if MCP is 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02C39A"/>
                </a:solidFill>
                <a:latin typeface="Calibri"/>
              </a:rPr>
              <a:t>NetApp-GSD-Recipe · recipe-help in 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